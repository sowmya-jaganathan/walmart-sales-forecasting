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266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76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154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241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172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025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977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078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916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888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9450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462666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778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9694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2881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929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492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227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Optimizing Inventory Management and Sales Forecasting Through Data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3429000"/>
            <a:ext cx="7955280" cy="2834640"/>
          </a:xfrm>
        </p:spPr>
        <p:txBody>
          <a:bodyPr/>
          <a:lstStyle/>
          <a:p>
            <a:r>
              <a:rPr dirty="0"/>
              <a:t>A Walmart Sales Forecasting Analysis</a:t>
            </a:r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Understand and optimize supermarket operations</a:t>
            </a:r>
          </a:p>
          <a:p>
            <a:r>
              <a:t>- Analyze sales, inventory, seasonal demand, supplier performance, and customer behavior</a:t>
            </a:r>
          </a:p>
          <a:p>
            <a:r>
              <a:t>- Improve demand forecasting and pricing strategies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Excel: Data Cleaning, Pivot Analysis</a:t>
            </a:r>
          </a:p>
          <a:p>
            <a:r>
              <a:t>- MySQL Workbench: Data Querying and Transformation</a:t>
            </a:r>
          </a:p>
          <a:p>
            <a:r>
              <a:t>- Power BI: Interactive Dashboards &amp; Visualizations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Based on Walmart Forecasting Dataset (Enriched)</a:t>
            </a:r>
          </a:p>
          <a:p>
            <a:r>
              <a:t>- Fields Included:</a:t>
            </a:r>
          </a:p>
          <a:p>
            <a:r>
              <a:t>  - Store, Date, Weekly Sales, Inventory Level</a:t>
            </a:r>
          </a:p>
          <a:p>
            <a:r>
              <a:t>  - Supplier ID, Customer Type, Product Category</a:t>
            </a:r>
          </a:p>
          <a:p>
            <a:r>
              <a:t>  - Units Sold, Unit Price, Temperature, CPI, Fuel Price, Unemployment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Cleaned &amp; enriched dataset</a:t>
            </a:r>
          </a:p>
          <a:p>
            <a:r>
              <a:t>- Created Pivot Tables for:</a:t>
            </a:r>
          </a:p>
          <a:p>
            <a:r>
              <a:t>  - Sales by Product Category</a:t>
            </a:r>
          </a:p>
          <a:p>
            <a:r>
              <a:t>  - Inventory by Store</a:t>
            </a:r>
          </a:p>
          <a:p>
            <a:r>
              <a:t>  - Units Sold by Customer Type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Analysis (MySQL)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Extracted insights using queries:</a:t>
            </a:r>
          </a:p>
          <a:p>
            <a:r>
              <a:t>  - Total Sales by Store</a:t>
            </a:r>
          </a:p>
          <a:p>
            <a:r>
              <a:t>  - Monthly Sales Trends</a:t>
            </a:r>
          </a:p>
          <a:p>
            <a:r>
              <a:t>  - Customer Behavior by Type</a:t>
            </a:r>
          </a:p>
          <a:p>
            <a:r>
              <a:t>  - Inventory by Store</a:t>
            </a:r>
          </a:p>
          <a:p>
            <a:r>
              <a:t>  - Top Suppliers by Sales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Pages Created:</a:t>
            </a:r>
          </a:p>
          <a:p>
            <a:r>
              <a:t>  - Overview, Store Analysis, Customer Insights</a:t>
            </a:r>
          </a:p>
          <a:p>
            <a:r>
              <a:t>  - Product Insights, Supplier View, Seasonality</a:t>
            </a:r>
          </a:p>
          <a:p>
            <a:r>
              <a:t>- Visuals Used:</a:t>
            </a:r>
          </a:p>
          <a:p>
            <a:r>
              <a:t>  - KPI Cards, Bar Charts, Tree Maps, Line Charts, Pie Charts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Extra Visuals &amp; Color Scheme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Tree Map: Customer Type vs Product Category</a:t>
            </a:r>
          </a:p>
          <a:p>
            <a:r>
              <a:t>- Stacked Column: Customer Type Over Time</a:t>
            </a:r>
          </a:p>
          <a:p>
            <a:r>
              <a:t>- Theme: Walmart Blue, Yellow, Light Gray, White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Premium customers drive high revenue</a:t>
            </a:r>
          </a:p>
          <a:p>
            <a:r>
              <a:t>- Groceries &amp; Apparel are best-selling categories</a:t>
            </a:r>
          </a:p>
          <a:p>
            <a:r>
              <a:t>- Overstocking observed in some stores</a:t>
            </a:r>
          </a:p>
          <a:p>
            <a:r>
              <a:t>- Top 5 suppliers dominate sales</a:t>
            </a:r>
          </a:p>
          <a:p>
            <a:r>
              <a:t>- Seasonal peaks affect demand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3</TotalTime>
  <Words>306</Words>
  <Application>Microsoft Office PowerPoint</Application>
  <PresentationFormat>On-screen Show (4:3)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Century Gothic</vt:lpstr>
      <vt:lpstr>Vapor Trail</vt:lpstr>
      <vt:lpstr>Optimizing Inventory Management and Sales Forecasting Through Data Insights</vt:lpstr>
      <vt:lpstr>Project Objective</vt:lpstr>
      <vt:lpstr>Tools Used</vt:lpstr>
      <vt:lpstr>Dataset Overview</vt:lpstr>
      <vt:lpstr>Excel Analysis</vt:lpstr>
      <vt:lpstr>SQL Analysis (MySQL)</vt:lpstr>
      <vt:lpstr>Power BI Dashboard</vt:lpstr>
      <vt:lpstr>Extra Visuals &amp; Color Scheme</vt:lpstr>
      <vt:lpstr>Key Insights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sowmya jaganathan</cp:lastModifiedBy>
  <cp:revision>3</cp:revision>
  <dcterms:created xsi:type="dcterms:W3CDTF">2013-01-27T09:14:16Z</dcterms:created>
  <dcterms:modified xsi:type="dcterms:W3CDTF">2025-05-01T14:26:15Z</dcterms:modified>
  <cp:category/>
</cp:coreProperties>
</file>